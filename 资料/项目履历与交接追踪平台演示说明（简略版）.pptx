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67712" y="-274320"/>
            <a:ext cx="1097280" cy="7498080"/>
          </a:xfrm>
          <a:prstGeom prst="arc">
            <a:avLst/>
          </a:prstGeom>
          <a:noFill/>
          <a:ln w="25400">
            <a:solidFill>
              <a:srgbClr val="2D8A81">
                <a:alpha val="4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01568" y="98755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3429000" y="1783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让项目从立项、需求、开发、部署到人员交接都有迹可循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438144" y="226771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面向项目经理、开发经理、研发、实施、测试与新接手同事的项目过程追溯工具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324612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3355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16552" y="33924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416552" y="363016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 · 项目 · 履历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5806440" y="324612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1032" y="3355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93992" y="33924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追踪对象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793992" y="363016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/ 发包 / 中间件 / 资料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8183880" y="324612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3355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7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71432" y="33924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交接视图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171432" y="363016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按人聚合项目资料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02920" y="61264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9F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演示版本 · 2026.05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这个系统来自真实日常：项目越多，过程越难被接住。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最初从“每天填写投入项目、开发内容、工时、开始结束时间”出发，逐步扩展成项目过程追溯与交接平台。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60120" y="1828800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828800"/>
            <a:ext cx="64008" cy="132588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99339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最早的问题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" y="2331720"/>
            <a:ext cx="29443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开发人员每天要填项目、任务、工时、计划时间；管理者要看投入是否饱和、进度是否可靠。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443984" y="1828800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43984" y="182880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99339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需求被重新定义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45152" y="2331720"/>
            <a:ext cx="29443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项目资料、代码仓库、中间件配置、需求变更、发包记录，比单纯工时更影响项目交接。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927848" y="1828800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27848" y="1828800"/>
            <a:ext cx="64008" cy="132588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9016" y="199339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29016" y="2331720"/>
            <a:ext cx="29443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让新人接手项目时，不靠口口相传，而是能看到项目到底发生过什么、为什么改、谁能支撑。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572768" y="3977640"/>
            <a:ext cx="8732520" cy="0"/>
          </a:xfrm>
          <a:prstGeom prst="line">
            <a:avLst/>
          </a:prstGeom>
          <a:noFill/>
          <a:ln w="17780">
            <a:solidFill>
              <a:srgbClr val="DD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4440" y="3867912"/>
            <a:ext cx="219456" cy="219456"/>
          </a:xfrm>
          <a:prstGeom prst="ellipse">
            <a:avLst/>
          </a:prstGeom>
          <a:solidFill>
            <a:srgbClr val="247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工作计划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999232" y="3867912"/>
            <a:ext cx="219456" cy="219456"/>
          </a:xfrm>
          <a:prstGeom prst="ellipse">
            <a:avLst/>
          </a:prstGeom>
          <a:solidFill>
            <a:srgbClr val="247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9192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人员排班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754880" y="3867912"/>
            <a:ext cx="219456" cy="219456"/>
          </a:xfrm>
          <a:prstGeom prst="ellipse">
            <a:avLst/>
          </a:prstGeom>
          <a:solidFill>
            <a:srgbClr val="247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537960" y="3867912"/>
            <a:ext cx="219456" cy="219456"/>
          </a:xfrm>
          <a:prstGeom prst="ellipse">
            <a:avLst/>
          </a:prstGeom>
          <a:solidFill>
            <a:srgbClr val="1165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业务追踪链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8394192" y="3867912"/>
            <a:ext cx="219456" cy="219456"/>
          </a:xfrm>
          <a:prstGeom prst="ellipse">
            <a:avLst/>
          </a:prstGeom>
          <a:solidFill>
            <a:srgbClr val="1165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74152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项目交接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10058400" y="3867912"/>
            <a:ext cx="219456" cy="219456"/>
          </a:xfrm>
          <a:prstGeom prst="ellipse">
            <a:avLst/>
          </a:prstGeom>
          <a:solidFill>
            <a:srgbClr val="1165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38360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履历平台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项目风险往往不是代码写错，而是过程信息散了。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需求、部署、配置、接口、现场沟通与个人经验分散在聊天记录、文件夹和个人脑子里。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60120" y="1828800"/>
            <a:ext cx="327355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828800"/>
            <a:ext cx="64008" cy="1133856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993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资料分散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" y="23317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公共资料、个人理解资料、现场申请截图混在一起，找不到来源。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327355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828800"/>
            <a:ext cx="64008" cy="11338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993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交接断层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64608" y="23317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老同事离职或调岗后，新同事不知道项目历史问题和关键联系人。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366760" y="1828800"/>
            <a:ext cx="327355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1828800"/>
            <a:ext cx="64008" cy="11338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7928" y="1993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发包不可追溯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67928" y="23317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只知道发了包，不知道解决了哪些需求、改了哪些前后端内容。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60120" y="3337560"/>
            <a:ext cx="327355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3337560"/>
            <a:ext cx="64008" cy="11338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3502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中间件信息缺失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" y="38404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MySQL、Redis、Nginx、MQ 的地址、端口、配置文件常靠人工问。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327355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337560"/>
            <a:ext cx="64008" cy="1133856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502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操作日志混乱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64608" y="38404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系统操作日志与项目业务履历混在一起，无法回答“项目发生了什么”。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366760" y="3337560"/>
            <a:ext cx="327355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337560"/>
            <a:ext cx="64008" cy="1133856"/>
          </a:xfrm>
          <a:prstGeom prst="rect">
            <a:avLst/>
          </a:prstGeom>
          <a:solidFill>
            <a:srgbClr val="2F9E8F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7928" y="3502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管理视角不足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67928" y="38404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项目变更次数、发包频率、风险预警缺少统一看板。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产品定位：不是项目管理大而全，而是项目履历与交接追溯。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把散落的项目过程信息结构化，让任何同事都能沿着履历读懂项目。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1901952"/>
            <a:ext cx="9966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2331720"/>
            <a:ext cx="1627632" cy="1005840"/>
          </a:xfrm>
          <a:prstGeom prst="roundRect">
            <a:avLst>
              <a:gd name="adj" fmla="val 4545"/>
            </a:avLst>
          </a:prstGeom>
          <a:solidFill>
            <a:srgbClr val="E8F4F1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4752" y="2450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44752" y="276148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谁参与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承担什么职责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何时加入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17520" y="2834640"/>
            <a:ext cx="420624" cy="0"/>
          </a:xfrm>
          <a:prstGeom prst="line">
            <a:avLst/>
          </a:prstGeom>
          <a:noFill/>
          <a:ln w="16510">
            <a:solidFill>
              <a:srgbClr val="11655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94176" y="2331720"/>
            <a:ext cx="1627632" cy="1005840"/>
          </a:xfrm>
          <a:prstGeom prst="roundRect">
            <a:avLst>
              <a:gd name="adj" fmla="val 4545"/>
            </a:avLst>
          </a:prstGeom>
          <a:solidFill>
            <a:srgbClr val="E8F4F1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450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76148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仓库/资料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中间件配置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13248" y="2834640"/>
            <a:ext cx="420624" cy="0"/>
          </a:xfrm>
          <a:prstGeom prst="line">
            <a:avLst/>
          </a:prstGeom>
          <a:noFill/>
          <a:ln w="16510">
            <a:solidFill>
              <a:srgbClr val="11655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9904" y="2331720"/>
            <a:ext cx="1627632" cy="1005840"/>
          </a:xfrm>
          <a:prstGeom prst="roundRect">
            <a:avLst>
              <a:gd name="adj" fmla="val 4545"/>
            </a:avLst>
          </a:prstGeom>
          <a:solidFill>
            <a:srgbClr val="11655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450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276148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9FF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9FF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开发改动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9FF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发包部署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808976" y="2834640"/>
            <a:ext cx="420624" cy="0"/>
          </a:xfrm>
          <a:prstGeom prst="line">
            <a:avLst/>
          </a:prstGeom>
          <a:noFill/>
          <a:ln w="16510">
            <a:solidFill>
              <a:srgbClr val="1165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85632" y="2331720"/>
            <a:ext cx="1627632" cy="1005840"/>
          </a:xfrm>
          <a:prstGeom prst="roundRect">
            <a:avLst>
              <a:gd name="adj" fmla="val 4545"/>
            </a:avLst>
          </a:prstGeom>
          <a:solidFill>
            <a:srgbClr val="E8F4F1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31936" y="2450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31936" y="276148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个人资料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74520" y="466344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一句话：把“项目发生过什么”变成可查询、可交接、可复盘的资产。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不同角色看到同一条项目链，但关注点不同。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暂不做复杂权限，但业务设计已经按角色组织，为后续权限体系预留入口。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51560" y="1783080"/>
            <a:ext cx="99669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9385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71800" y="193852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查看全局项目、风险、发包频率和关键履历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51560" y="2587752"/>
            <a:ext cx="9966960" cy="566928"/>
          </a:xfrm>
          <a:prstGeom prst="roundRect">
            <a:avLst>
              <a:gd name="adj" fmla="val 6452"/>
            </a:avLst>
          </a:prstGeom>
          <a:solidFill>
            <a:srgbClr val="FDFEFE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2743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开发经理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71800" y="274320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关注需求变更、开发改动、人员投入和交付节奏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51560" y="3392424"/>
            <a:ext cx="99669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547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后端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71800" y="3547872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沉淀个人理解资料，记录接口、页面、表结构变化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51560" y="4197096"/>
            <a:ext cx="9966960" cy="566928"/>
          </a:xfrm>
          <a:prstGeom prst="roundRect">
            <a:avLst>
              <a:gd name="adj" fmla="val 6452"/>
            </a:avLst>
          </a:prstGeom>
          <a:solidFill>
            <a:srgbClr val="FDFEFE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435254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 / 测试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71800" y="435254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记录现场 IP、部署环境、验证结果和问题修复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" y="5001768"/>
            <a:ext cx="99669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51572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新接手同事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71800" y="5157216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从项目履历和个人交接资料快速理解项目背景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采用轻量 B/S 架构：前端演示快，后端接口能持续扩展。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React/Vite 负责交互体验，Spring Boot + MyBatis + MySQL 负责业务数据，文件存储先落本地，后续可替换对象存储。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1938528"/>
            <a:ext cx="22402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1938528"/>
            <a:ext cx="64008" cy="1572768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10312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前端界面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07008" y="2441448"/>
            <a:ext cx="189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/ Vite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人员管理、项目管理、履历弹框、交接展板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291840" y="2724912"/>
            <a:ext cx="274320" cy="0"/>
          </a:xfrm>
          <a:prstGeom prst="line">
            <a:avLst/>
          </a:prstGeom>
          <a:noFill/>
          <a:ln w="16510">
            <a:solidFill>
              <a:srgbClr val="11655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39312" y="1938528"/>
            <a:ext cx="22402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39312" y="1938528"/>
            <a:ext cx="64008" cy="1572768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10312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0" y="2441448"/>
            <a:ext cx="189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API、文件上传、业务聚合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25312" y="2724912"/>
            <a:ext cx="274320" cy="0"/>
          </a:xfrm>
          <a:prstGeom prst="line">
            <a:avLst/>
          </a:prstGeom>
          <a:noFill/>
          <a:ln w="16510">
            <a:solidFill>
              <a:srgbClr val="11655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72784" y="1938528"/>
            <a:ext cx="22402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2784" y="1938528"/>
            <a:ext cx="64008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10312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数据访问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3952" y="2441448"/>
            <a:ext cx="189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 Mapper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项目、人员、履历、日志、交接资料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558784" y="2724912"/>
            <a:ext cx="274320" cy="0"/>
          </a:xfrm>
          <a:prstGeom prst="line">
            <a:avLst/>
          </a:prstGeom>
          <a:noFill/>
          <a:ln w="16510">
            <a:solidFill>
              <a:srgbClr val="11655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06256" y="1938528"/>
            <a:ext cx="22402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06256" y="1938528"/>
            <a:ext cx="64008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7424" y="210312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数据与文件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07424" y="2441448"/>
            <a:ext cx="189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+ 本地 uploads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后续可迁移服务器或对象存储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024128" y="42519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接口风格：/api/users · /api/projects · /api/project-insights · /api/people/{id}/project-handover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数据模型围绕“项目 + 人 + 履历 + 资料”展开。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公共项目资料和个人交接资料分开设计，避免把个人经验沉淀混入项目公共资料库。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60120" y="173736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737360"/>
            <a:ext cx="64008" cy="114300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90195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" y="2240280"/>
            <a:ext cx="2898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人员基础信息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工号 / 姓名 / 手机号 / 岗位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737360"/>
            <a:ext cx="64008" cy="114300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90195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64608" y="2240280"/>
            <a:ext cx="2898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项目主档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/ 负责人 / 状态 / 周期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366760" y="173736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1737360"/>
            <a:ext cx="64008" cy="114300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7928" y="190195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project_members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67928" y="2240280"/>
            <a:ext cx="2898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项目成员关系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人员职责 / 加入时间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60120" y="32918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3291840"/>
            <a:ext cx="64008" cy="114300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345643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project_insights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" y="3794760"/>
            <a:ext cx="2898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项目追踪链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 / 资料 / 需求 / 发包 / 中间件 / 履历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663440" y="32918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291840"/>
            <a:ext cx="64008" cy="114300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45643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operation_logs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64608" y="3794760"/>
            <a:ext cx="2898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系统操作日志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/ 修改 / 删除 / 发包等动作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366760" y="32918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291840"/>
            <a:ext cx="64008" cy="1143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7928" y="345643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person_handover_*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67928" y="3794760"/>
            <a:ext cx="2898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个人交接资料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个人文件 / 交接人 / 交接说明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人员管理从“名单”升级为“人员项目交接视图”。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点击成员即可看到其参与项目、项目角色、个人理解资料、交接人和交接说明。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178308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892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93392" y="192938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人员字段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993392" y="216712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工号 / 账号 / 姓名 / 手机 / 岗位 / 项目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401568" y="178308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892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7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9120" y="192938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人员与项目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389120" y="216712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一个人可参与多个项目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797296" y="1783080"/>
            <a:ext cx="2103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892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4848" y="192938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个人资料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784848" y="216712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不混入公共项目资料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1024128" y="2971800"/>
            <a:ext cx="99212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32461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交接展板卡片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3611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 · 编号 · 客户 · 负责人 · 项目状态 · 当前职责 · 加入时间 · 个人资料数量 · 交接状态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98448" y="41879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详情弹框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45537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查看个人资料、下载、删除、上传资料、编辑交接人、交接状态和交接说明。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项目管理不仅是增删改查，而是项目全量信息入口。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每个项目都有基础信息、成员职责、代码仓库、项目资料、中间件配置和业务过程记录。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60120" y="169164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691640"/>
            <a:ext cx="64008" cy="109728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85623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" y="2194560"/>
            <a:ext cx="2898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项目名称、编号、客户、负责人、状态、周期、说明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691640"/>
            <a:ext cx="64008" cy="109728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85623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项目成员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64608" y="2194560"/>
            <a:ext cx="2898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选择人员后自动带出岗位，记录加入时间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366760" y="169164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169164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7928" y="185623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仓库地址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67928" y="2194560"/>
            <a:ext cx="2898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后端、前端、设计蓝图等仓库名称、分支和链接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60120" y="315468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3154680"/>
            <a:ext cx="64008" cy="109728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331927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项目资料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" y="3657600"/>
            <a:ext cx="2898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公共资料上传，支持 txt、md、excel、word、zip 等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663440" y="315468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154680"/>
            <a:ext cx="64008" cy="109728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31927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64608" y="3657600"/>
            <a:ext cx="2898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测试/正式环境，MySQL、Redis、Nginx、MQ 等地址端口和配置文件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366760" y="315468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15468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7928" y="331927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详情入口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67928" y="3657600"/>
            <a:ext cx="2898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项目概览、资料、需求、发包、中间件、相关人员、履历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项目履历回答一个核心问题：这个项目到底经历了什么？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按业务发生时间组织项目创建、人员加入、需求变更、发包部署、中间件变更、问题修复等事件。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1737360"/>
            <a:ext cx="0" cy="3840480"/>
          </a:xfrm>
          <a:prstGeom prst="line">
            <a:avLst/>
          </a:prstGeom>
          <a:noFill/>
          <a:ln w="17780">
            <a:solidFill>
              <a:srgbClr val="DD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73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2026-05-21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11096" y="1655064"/>
            <a:ext cx="201168" cy="201168"/>
          </a:xfrm>
          <a:prstGeom prst="ellipse">
            <a:avLst/>
          </a:prstGeom>
          <a:solidFill>
            <a:srgbClr val="1165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627632"/>
            <a:ext cx="80924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1728216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确认客户、负责人、初始范围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459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2026-05-23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11096" y="244144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2414016"/>
            <a:ext cx="80924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25054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人员加入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77640" y="251460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实施同事加入，负责现场环境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246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2026-05-24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11096" y="322783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3200400"/>
            <a:ext cx="80924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3291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77640" y="330098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新增停电原因回填和 AI 复核入口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40325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2026-05-26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911096" y="4014216"/>
            <a:ext cx="201168" cy="201168"/>
          </a:xfrm>
          <a:prstGeom prst="ellipse">
            <a:avLst/>
          </a:prstGeom>
          <a:solidFill>
            <a:srgbClr val="247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31720" y="3986784"/>
            <a:ext cx="80924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40782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发包部署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77640" y="4087368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v1.3.0 联调包解决接口联调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2026-05-30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911096" y="480060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4773168"/>
            <a:ext cx="80924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48646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稳定发包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77640" y="4873752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v1.4.2 交付需求变更后的稳定版本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31720" y="5806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卡片预览只显示最近 5 条；详情页展示完整履历，并可按类型筛选。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需求与发包建立关联，才能追溯“哪次包解决了哪个问题”。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需求记录描述为什么改，发包记录描述什么时间发、发了什么、解决了什么。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182880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182880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9933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07008" y="2331720"/>
            <a:ext cx="2395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提出方、客户要求、变更原因、后端改动、前端改动、验收状态。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828800"/>
            <a:ext cx="64008" cy="141732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9933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发包部署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18888" y="2331720"/>
            <a:ext cx="2395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版本号、环境、发包时间、发包文件、解决问题、回退说明。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828800"/>
            <a:ext cx="64008" cy="141732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19933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30768" y="2331720"/>
            <a:ext cx="2395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需求和发包在同一条履历中展示，并用颜色区分事件类型。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822192" y="2542032"/>
            <a:ext cx="658368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34072" y="2542032"/>
            <a:ext cx="658368" cy="0"/>
          </a:xfrm>
          <a:prstGeom prst="line">
            <a:avLst/>
          </a:prstGeom>
          <a:noFill/>
          <a:ln w="16510">
            <a:solidFill>
              <a:srgbClr val="2478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115568" y="457200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演示讲法：先新增一个需求，再新增一个发包并选择关联需求，最后回到项目履历看节点和关联关系。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 &amp; FILES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中间件和文件管理解决现场部署最容易丢失的细节。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地址、端口、配置文件路径、配置文件内容、下载查看能力，为后续排查和接手提供依据。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18745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1874520"/>
            <a:ext cx="64008" cy="141732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03911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07008" y="2377440"/>
            <a:ext cx="1801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10.10.20.15:3306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业务库 / 表结构 / 数据源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621024" y="18745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21024" y="1874520"/>
            <a:ext cx="64008" cy="1417320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203911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22192" y="2377440"/>
            <a:ext cx="1801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10.10.20.18:6379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缓存与任务锁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236208" y="18745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87452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03911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37376" y="2377440"/>
            <a:ext cx="1801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172.16.8.21:80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前端代理 / API 转发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851392" y="18745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51392" y="1874520"/>
            <a:ext cx="6400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039112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 / MQ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52560" y="2377440"/>
            <a:ext cx="1801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对象存储、消息队列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后续可扩展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024128" y="4160520"/>
            <a:ext cx="9829800" cy="749808"/>
          </a:xfrm>
          <a:prstGeom prst="roundRect">
            <a:avLst>
              <a:gd name="adj" fmla="val 609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35024" y="441655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配置文件展示：不直接暴露本地绝对路径，优先显示配置模板 / 预览内容，并提供下载入口。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首页不是摆数据，而是优先暴露需要项目经理关注的项目。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项目展板按修改次数、发包次数和风险状态排序；操作日志记录系统动作，项目履历记录业务事实。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1783080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1783080"/>
            <a:ext cx="64008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94767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项目展板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07008" y="22860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修改次数、发包次数最多、风险更高的项目优先展示。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224528" y="1783080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24528" y="1783080"/>
            <a:ext cx="64008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194767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25696" y="22860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需求变更频繁、部署信息不完整、中间件缺失时提示。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43216" y="1783080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43216" y="1783080"/>
            <a:ext cx="64008" cy="1207008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44384" y="194767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44384" y="22860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谁添加了项目、谁发包、谁更新或删除了记录，最新在前。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143000" y="3703320"/>
            <a:ext cx="94640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关键区分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391363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 = 谁操作了系统；项目履历 = 项目业务发生了什么。两者分开，追责和交接都更清晰。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现场演示建议走一条完整闭环，而不是逐个点菜单。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用一个项目从创建到交接的故事串起系统。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87552" y="1920240"/>
            <a:ext cx="420624" cy="420624"/>
          </a:xfrm>
          <a:prstGeom prst="ellipse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0208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36192" y="2139696"/>
            <a:ext cx="1143000" cy="0"/>
          </a:xfrm>
          <a:prstGeom prst="line">
            <a:avLst/>
          </a:prstGeom>
          <a:noFill/>
          <a:ln w="16510">
            <a:solidFill>
              <a:srgbClr val="DDE7E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50392" y="2578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人员管理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077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新增人员，查看所属项目和个人交接展板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072384" y="1920240"/>
            <a:ext cx="420624" cy="420624"/>
          </a:xfrm>
          <a:prstGeom prst="ellipse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9544" y="20208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21024" y="2139696"/>
            <a:ext cx="1143000" cy="0"/>
          </a:xfrm>
          <a:prstGeom prst="line">
            <a:avLst/>
          </a:prstGeom>
          <a:noFill/>
          <a:ln w="16510">
            <a:solidFill>
              <a:srgbClr val="DDE7E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935224" y="2578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24912" y="29077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新增项目、成员、仓库、公共资料和中间件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157216" y="1920240"/>
            <a:ext cx="420624" cy="420624"/>
          </a:xfrm>
          <a:prstGeom prst="ellipse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4376" y="20208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05856" y="2139696"/>
            <a:ext cx="1143000" cy="0"/>
          </a:xfrm>
          <a:prstGeom prst="line">
            <a:avLst/>
          </a:prstGeom>
          <a:noFill/>
          <a:ln w="16510">
            <a:solidFill>
              <a:srgbClr val="DDE7EC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020056" y="2578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9744" y="29077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记录谁提出、为什么改、前后端改动内容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242048" y="1920240"/>
            <a:ext cx="420624" cy="420624"/>
          </a:xfrm>
          <a:prstGeom prst="ellipse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9208" y="20208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90688" y="2139696"/>
            <a:ext cx="1143000" cy="0"/>
          </a:xfrm>
          <a:prstGeom prst="line">
            <a:avLst/>
          </a:prstGeom>
          <a:noFill/>
          <a:ln w="16510">
            <a:solidFill>
              <a:srgbClr val="DDE7EC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104888" y="2578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发包部署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29077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填写版本、环境、解决问题和关联需求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326880" y="1920240"/>
            <a:ext cx="420624" cy="420624"/>
          </a:xfrm>
          <a:prstGeom prst="ellipse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64040" y="202082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89720" y="2578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交接追溯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79408" y="29077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打开项目履历和个人交接资料，完成接手说明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508760" y="507492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讲解收束语：系统不是替代协作，而是把协作过程中最容易丢的线索沉淀下来。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3840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 &amp;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" y="6217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价值落点：减少交接成本，降低部署风险，提升项目可追溯性。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" y="1170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当前版本先把业务链跑通，后续可继续补权限、审批、提醒和 AI 摘要能力。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87552" y="6437376"/>
            <a:ext cx="10698480" cy="0"/>
          </a:xfrm>
          <a:prstGeom prst="line">
            <a:avLst/>
          </a:prstGeom>
          <a:noFill/>
          <a:ln w="7620">
            <a:solidFill>
              <a:srgbClr val="E7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65379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A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项目履历与交接追踪平台 · 演示说明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83696" y="65105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87552" y="1783080"/>
            <a:ext cx="309067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7552" y="1783080"/>
            <a:ext cx="64008" cy="1170432"/>
          </a:xfrm>
          <a:prstGeom prst="rect">
            <a:avLst/>
          </a:prstGeom>
          <a:solidFill>
            <a:srgbClr val="11655F"/>
          </a:solidFill>
          <a:ln w="12700">
            <a:solidFill>
              <a:srgbClr val="1165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接手更快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88720" y="22860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新人不再从聊天记录里翻历史，而是沿着项目履历读过程。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553712" y="1783080"/>
            <a:ext cx="309067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78308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风险更低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发包、配置和中间件记录完整，问题排查更有依据。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119872" y="1783080"/>
            <a:ext cx="309067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sx="100000" sy="100000" kx="0" ky="0" algn="bl" rotWithShape="0" blurRad="12700" dist="50800" dir="2700000">
              <a:srgbClr val="D6E0E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19872" y="1783080"/>
            <a:ext cx="64008" cy="1170432"/>
          </a:xfrm>
          <a:prstGeom prst="rect">
            <a:avLst/>
          </a:prstGeom>
          <a:solidFill>
            <a:srgbClr val="2478FF"/>
          </a:solidFill>
          <a:ln w="12700">
            <a:solidFill>
              <a:srgbClr val="247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管理更清晰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E71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项目变更、发包频率、人员投入和风险预警有统一视图。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87552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下一步迭代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7552" y="4343400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4988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账号权限与角色视图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44952" y="4343400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44988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审批与通知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02352" y="4343400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4988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自动生成交接摘要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59752" y="4343400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44988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Git / CI 发包流水线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217152" y="4343400"/>
            <a:ext cx="16642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449884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对象存储与服务器部署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554480" y="54864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最终目标：从“项目靠人记”走向“项目有履历，经验可交接”。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Project Trace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项目履历与交接追踪平台演示说明</dc:title>
  <dc:subject>项目履历与交接追踪平台演示说明</dc:subject>
  <dc:creator>Codex</dc:creator>
  <cp:lastModifiedBy>Codex</cp:lastModifiedBy>
  <cp:revision>1</cp:revision>
  <dcterms:created xsi:type="dcterms:W3CDTF">2026-05-24T03:17:10Z</dcterms:created>
  <dcterms:modified xsi:type="dcterms:W3CDTF">2026-05-24T03:17:10Z</dcterms:modified>
</cp:coreProperties>
</file>